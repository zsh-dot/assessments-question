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1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140" y="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5321A-9B43-4559-BA24-BDFAABF75530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50A4D-B7B3-472C-9572-78437B14C6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6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450A4D-B7B3-472C-9572-78437B14C6C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004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22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90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638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06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08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226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49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42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166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96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682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6EA27-A6A9-4D38-80DD-C71903D24702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BC9B0-7EBC-416E-84BE-3F43FA4ED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37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xfrm>
            <a:off x="755650" y="1339850"/>
            <a:ext cx="7772400" cy="1873250"/>
          </a:xfrm>
        </p:spPr>
        <p:txBody>
          <a:bodyPr/>
          <a:lstStyle/>
          <a:p>
            <a:pPr lvl="0">
              <a:defRPr/>
            </a:pP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集成电路</a:t>
            </a:r>
            <a:r>
              <a:rPr lang="en-US" altLang="zh-CN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EDA</a:t>
            </a: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技术</a:t>
            </a: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250825" y="3357563"/>
            <a:ext cx="8610600" cy="201612"/>
            <a:chOff x="144" y="1680"/>
            <a:chExt cx="5424" cy="144"/>
          </a:xfrm>
        </p:grpSpPr>
        <p:sp>
          <p:nvSpPr>
            <p:cNvPr id="7175" name="Rectangle 5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6" name="Rectangle 6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7" name="Rectangle 7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717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857628"/>
            <a:ext cx="406717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 txBox="1">
            <a:spLocks/>
          </p:cNvSpPr>
          <p:nvPr/>
        </p:nvSpPr>
        <p:spPr>
          <a:xfrm>
            <a:off x="467544" y="3562623"/>
            <a:ext cx="7772400" cy="1873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433230"/>
      </p:ext>
    </p:extLst>
  </p:cSld>
  <p:clrMapOvr>
    <a:masterClrMapping/>
  </p:clrMapOvr>
  <p:transition advTm="22344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s://upload.semidata.info/new.eefocus.com/article/image/2019/02/01/5c54155d10f34-thum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72" y="1172142"/>
            <a:ext cx="6912246" cy="562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52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25600" y="1124744"/>
            <a:ext cx="7308057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重点学习语句包括：</a:t>
            </a:r>
          </a:p>
          <a:p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网格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定义：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line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初始化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语句：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initialize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离子注入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扩散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      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diffusion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刻蚀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       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etch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rate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etch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氧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化：       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oxide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淀积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       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deposit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外延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expitaxy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zh-CN" sz="2400" b="0" dirty="0"/>
          </a:p>
        </p:txBody>
      </p:sp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990" y="1916832"/>
            <a:ext cx="5472608" cy="228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11560" y="4850294"/>
            <a:ext cx="7416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定义衬底材料，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掺杂的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型衬底，浓度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1e14cm-3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6580" y="1124744"/>
            <a:ext cx="7416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结的工艺仿真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268760"/>
            <a:ext cx="4475574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763688" y="1988840"/>
            <a:ext cx="4094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淀积厚度为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0.2μm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的二氧化硅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284984"/>
            <a:ext cx="5527887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016962" y="5085183"/>
            <a:ext cx="3587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刻蚀某个区域的二氧化硅</a:t>
            </a:r>
          </a:p>
        </p:txBody>
      </p:sp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96752"/>
            <a:ext cx="5328592" cy="38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450207" y="1735492"/>
            <a:ext cx="50914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离子注入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1e15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计量，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10KeV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的硼离子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98" y="3024899"/>
            <a:ext cx="6937927" cy="376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67544" y="3862473"/>
            <a:ext cx="83907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在氮气中“扩散”，温度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900℃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，时间是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1min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，（秘密：没有掺杂元素的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“扩散”就是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退火）</a:t>
            </a:r>
          </a:p>
        </p:txBody>
      </p:sp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6217" y="1196752"/>
            <a:ext cx="90877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退火处理：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主要是指将材料曝露于高温一段很长时间后，然后再慢慢冷却的热处理制程。主要目的是释放应力、增加材料延展性和韧性、产生特殊显微结构等。</a:t>
            </a:r>
          </a:p>
        </p:txBody>
      </p:sp>
      <p:pic>
        <p:nvPicPr>
          <p:cNvPr id="13317" name="Picture 5" descr="https://bkimg.cdn.bcebos.com/pic/5882b2b7d0a20cf40cafffd076094b36acaf9985?x-bce-process=image/watermark,g_7,image_d2F0ZXIvYmFpa2UxNTA=,xp_5,yp_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575" y="2348880"/>
            <a:ext cx="3312368" cy="441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275072"/>
            <a:ext cx="4536504" cy="38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757842" y="1844824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淀积铝金属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852936"/>
            <a:ext cx="5335707" cy="764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843808" y="3789040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定义两个电极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207" y="4581127"/>
            <a:ext cx="5072406" cy="59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3059832" y="5373216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输出结构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508" y="1052171"/>
            <a:ext cx="5688632" cy="570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916832"/>
            <a:ext cx="5094650" cy="479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338" y="1309799"/>
            <a:ext cx="3600400" cy="34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608149"/>
            <a:ext cx="5112568" cy="5069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013379"/>
            <a:ext cx="4475574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039351"/>
            <a:ext cx="4641937" cy="120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360" y="2293143"/>
            <a:ext cx="4482658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16" y="2293143"/>
            <a:ext cx="4530498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38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5" y="2276872"/>
            <a:ext cx="4482658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53" y="1124744"/>
            <a:ext cx="5588018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2" y="2276872"/>
            <a:ext cx="4578339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38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275072"/>
            <a:ext cx="4536504" cy="38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935" y="1772816"/>
            <a:ext cx="5239993" cy="4941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5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734" y="1055974"/>
            <a:ext cx="5335707" cy="764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1" y="2009936"/>
            <a:ext cx="9028768" cy="42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656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16832"/>
            <a:ext cx="479425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036" y="1196752"/>
            <a:ext cx="5072406" cy="59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53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013379"/>
            <a:ext cx="557212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696" y="2508804"/>
            <a:ext cx="4348496" cy="4359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53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273" y="1047861"/>
            <a:ext cx="4972961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182" y="1623925"/>
            <a:ext cx="5302066" cy="5260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53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013379"/>
            <a:ext cx="5309807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019" y="1540438"/>
            <a:ext cx="5221444" cy="5221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53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013379"/>
            <a:ext cx="5760641" cy="58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566220"/>
            <a:ext cx="5122926" cy="5136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8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032220"/>
            <a:ext cx="5868145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78510"/>
            <a:ext cx="5015483" cy="5002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8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73" y="1107007"/>
            <a:ext cx="2902707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420" y="1107007"/>
            <a:ext cx="2872470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29" y="3978000"/>
            <a:ext cx="2872471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2" y="3987007"/>
            <a:ext cx="2887520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8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6580" y="1020523"/>
            <a:ext cx="7416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MOS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管的工艺仿真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338" y="1482188"/>
            <a:ext cx="5368794" cy="537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8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099590"/>
            <a:ext cx="5569447" cy="559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8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52" y="1268760"/>
            <a:ext cx="3790950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401" y="1641223"/>
            <a:ext cx="46101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8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177" y="1700808"/>
            <a:ext cx="4978872" cy="468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7" y="1124744"/>
            <a:ext cx="5261853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656944"/>
            <a:ext cx="5220580" cy="4926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1332"/>
            <a:ext cx="6120680" cy="51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689922"/>
            <a:ext cx="4873018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03709"/>
            <a:ext cx="6187465" cy="480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85593"/>
            <a:ext cx="4500562" cy="4246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011" y="1268760"/>
            <a:ext cx="5090969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240" y="2085595"/>
            <a:ext cx="4536223" cy="4246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8" y="1844216"/>
            <a:ext cx="4437287" cy="42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196752"/>
            <a:ext cx="4946969" cy="485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844216"/>
            <a:ext cx="4427984" cy="42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9423"/>
            <a:ext cx="4427984" cy="4159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964" y="1189923"/>
            <a:ext cx="4957370" cy="382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966" y="1844824"/>
            <a:ext cx="4385530" cy="4114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124744"/>
            <a:ext cx="4556368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824"/>
            <a:ext cx="4540604" cy="4265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844824"/>
            <a:ext cx="4499992" cy="4265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" y="1916832"/>
            <a:ext cx="4447006" cy="4188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5" y="1916832"/>
            <a:ext cx="4427985" cy="4188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437" y="1196752"/>
            <a:ext cx="4542676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" y="1890868"/>
            <a:ext cx="4486224" cy="423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890869"/>
            <a:ext cx="4355976" cy="4235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67340"/>
            <a:ext cx="6288699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700808"/>
            <a:ext cx="4360045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287" y="1711626"/>
            <a:ext cx="4450713" cy="4165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338" y="1268760"/>
            <a:ext cx="468431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35" y="1772817"/>
            <a:ext cx="4251218" cy="3991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772817"/>
            <a:ext cx="4211960" cy="3991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340768"/>
            <a:ext cx="4272482" cy="43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1781"/>
            <a:ext cx="4328283" cy="4092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829" y="1772815"/>
            <a:ext cx="4327171" cy="4100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86" y="1340768"/>
            <a:ext cx="4128459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" y="1844822"/>
            <a:ext cx="4234001" cy="3968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844824"/>
            <a:ext cx="4211960" cy="39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733" y="1260646"/>
            <a:ext cx="4542676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31" y="1844824"/>
            <a:ext cx="4354919" cy="4162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832" y="1844823"/>
            <a:ext cx="4414168" cy="416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537" y="1268760"/>
            <a:ext cx="3799571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1044210"/>
            <a:ext cx="63246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140968"/>
            <a:ext cx="4385137" cy="36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372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2159</TotalTime>
  <Words>293</Words>
  <Application>Microsoft Office PowerPoint</Application>
  <PresentationFormat>全屏显示(4:3)</PresentationFormat>
  <Paragraphs>63</Paragraphs>
  <Slides>40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楷体</vt:lpstr>
      <vt:lpstr>宋体</vt:lpstr>
      <vt:lpstr>Arial</vt:lpstr>
      <vt:lpstr>Calibri</vt:lpstr>
      <vt:lpstr>Times New Roman</vt:lpstr>
      <vt:lpstr>Wingdings</vt:lpstr>
      <vt:lpstr>Office 主题​​</vt:lpstr>
      <vt:lpstr>集成电路EDA技术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集成电路EDA技术</dc:title>
  <dc:creator>个人用户</dc:creator>
  <cp:lastModifiedBy>黄承斌</cp:lastModifiedBy>
  <cp:revision>29</cp:revision>
  <dcterms:created xsi:type="dcterms:W3CDTF">2020-04-08T05:30:53Z</dcterms:created>
  <dcterms:modified xsi:type="dcterms:W3CDTF">2024-03-09T06:05:21Z</dcterms:modified>
</cp:coreProperties>
</file>